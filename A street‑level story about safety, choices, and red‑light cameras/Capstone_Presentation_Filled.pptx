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7C557-C517-4D70-A467-F74DDBEC1721}" v="3" dt="2025-09-02T16:12:33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Ehsan" userId="c4da1326b8d2b23e" providerId="LiveId" clId="{90E7C557-C517-4D70-A467-F74DDBEC1721}"/>
    <pc:docChg chg="custSel modSld">
      <pc:chgData name="Saad Ehsan" userId="c4da1326b8d2b23e" providerId="LiveId" clId="{90E7C557-C517-4D70-A467-F74DDBEC1721}" dt="2025-09-02T16:12:33.177" v="12" actId="27636"/>
      <pc:docMkLst>
        <pc:docMk/>
      </pc:docMkLst>
      <pc:sldChg chg="modSp mod">
        <pc:chgData name="Saad Ehsan" userId="c4da1326b8d2b23e" providerId="LiveId" clId="{90E7C557-C517-4D70-A467-F74DDBEC1721}" dt="2025-09-02T16:12:33.127" v="8"/>
        <pc:sldMkLst>
          <pc:docMk/>
          <pc:sldMk cId="0" sldId="256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aad Ehsan" userId="c4da1326b8d2b23e" providerId="LiveId" clId="{90E7C557-C517-4D70-A467-F74DDBEC1721}" dt="2025-09-02T16:12:33.127" v="8"/>
        <pc:sldMkLst>
          <pc:docMk/>
          <pc:sldMk cId="0" sldId="257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aad Ehsan" userId="c4da1326b8d2b23e" providerId="LiveId" clId="{90E7C557-C517-4D70-A467-F74DDBEC1721}" dt="2025-09-02T16:12:33.127" v="8"/>
        <pc:sldMkLst>
          <pc:docMk/>
          <pc:sldMk cId="0" sldId="258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aad Ehsan" userId="c4da1326b8d2b23e" providerId="LiveId" clId="{90E7C557-C517-4D70-A467-F74DDBEC1721}" dt="2025-09-02T16:12:33.168" v="10" actId="27636"/>
        <pc:sldMkLst>
          <pc:docMk/>
          <pc:sldMk cId="0" sldId="259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68" v="10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68" v="9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Saad Ehsan" userId="c4da1326b8d2b23e" providerId="LiveId" clId="{90E7C557-C517-4D70-A467-F74DDBEC1721}" dt="2025-09-02T16:12:33.175" v="11" actId="27636"/>
        <pc:sldMkLst>
          <pc:docMk/>
          <pc:sldMk cId="0" sldId="260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75" v="11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Saad Ehsan" userId="c4da1326b8d2b23e" providerId="LiveId" clId="{90E7C557-C517-4D70-A467-F74DDBEC1721}" dt="2025-09-02T16:12:33.127" v="8"/>
        <pc:sldMkLst>
          <pc:docMk/>
          <pc:sldMk cId="0" sldId="261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Saad Ehsan" userId="c4da1326b8d2b23e" providerId="LiveId" clId="{90E7C557-C517-4D70-A467-F74DDBEC1721}" dt="2025-09-02T16:12:33.127" v="8"/>
        <pc:sldMkLst>
          <pc:docMk/>
          <pc:sldMk cId="0" sldId="262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Saad Ehsan" userId="c4da1326b8d2b23e" providerId="LiveId" clId="{90E7C557-C517-4D70-A467-F74DDBEC1721}" dt="2025-09-02T16:12:33.127" v="8"/>
        <pc:sldMkLst>
          <pc:docMk/>
          <pc:sldMk cId="0" sldId="263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aad Ehsan" userId="c4da1326b8d2b23e" providerId="LiveId" clId="{90E7C557-C517-4D70-A467-F74DDBEC1721}" dt="2025-09-02T16:12:33.177" v="12" actId="27636"/>
        <pc:sldMkLst>
          <pc:docMk/>
          <pc:sldMk cId="0" sldId="264"/>
        </pc:sldMkLst>
        <pc:spChg chg="mod">
          <ac:chgData name="Saad Ehsan" userId="c4da1326b8d2b23e" providerId="LiveId" clId="{90E7C557-C517-4D70-A467-F74DDBEC1721}" dt="2025-09-02T16:12:33.127" v="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ad Ehsan" userId="c4da1326b8d2b23e" providerId="LiveId" clId="{90E7C557-C517-4D70-A467-F74DDBEC1721}" dt="2025-09-02T16:12:33.177" v="12" actId="27636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43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motivation and your key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exact dataset names/links in an appendix slide if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screenshots of a few cleaned records handy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small mismatch to demonstrate careful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2017–2019 &amp; 2022 totals when available; replace this slide with a full chart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items make your story complete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013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963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79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633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23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794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7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7720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131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33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920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5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Before the Flash: Collision Patterns Before and After Enforcement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–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Did automated red-light enforcement improve safety at targeted intersections?</a:t>
            </a:r>
          </a:p>
          <a:p>
            <a:r>
              <a:t>Summarize yearly trends (collisions &amp; violations) from 2017–2022.</a:t>
            </a:r>
          </a:p>
          <a:p>
            <a:r>
              <a:t>Identify 'new' camera sites per year (presence-based), and build pre-install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Ottawa – Police-reported collisions (2017–2022).</a:t>
            </a:r>
          </a:p>
          <a:p>
            <a:r>
              <a:t>City Red-Light Camera Violations by site/year.</a:t>
            </a:r>
          </a:p>
          <a:p>
            <a:r>
              <a:t>Your compiled detections table (379 cameras, five-year coverage).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&amp; Normalization (Implemented)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t>Intersection names trimmed, single-spaced, UPPERCASE.</a:t>
            </a:r>
          </a:p>
          <a:p>
            <a:r>
              <a:t>Coordinates rounded to 4–5 dp for stable joins.</a:t>
            </a:r>
          </a:p>
          <a:p>
            <a:r>
              <a:t>Helper year features derived without overwriting Date.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t>De-duplicated per site before set comparisons.</a:t>
            </a:r>
          </a:p>
          <a:p>
            <a:r>
              <a:t>Numeric coercion for totals; NaNs handled safely.</a:t>
            </a:r>
          </a:p>
          <a:p>
            <a:r>
              <a:t>Presence vs. install-year reconciled for 2021.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Camera Sites – 2021 (Presence-based)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Count (presence-based, 2021 vs 2020): 6</a:t>
            </a:r>
          </a:p>
          <a:p>
            <a:r>
              <a:t>List: EAGLESON @ COPE; HERON @ JEFFERSON; HUNT CLUB @ DOWNPARTICK /MCCARTY; JEANNE D'ARC @ CHAMPLAIN; MARCH @ CARP; MONTREAL @ BRITTANY</a:t>
            </a:r>
          </a:p>
          <a:p>
            <a:r>
              <a:t>Install-year flagged as 2021: 7; extra site: CARLING @ ISLAND PARK</a:t>
            </a:r>
          </a:p>
          <a:p>
            <a:r>
              <a:t>Explanation: a site may appear in 2020 data but be officially installed in 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Red-Light Violations – Confirmed Totals (subset)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Violations (all cameras)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35557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53956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(Be Transparent)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Trends alone ≠ causal impact; need controls/design (DiD or ITS).</a:t>
            </a:r>
          </a:p>
          <a:p>
            <a:r>
              <a:t>Exposure (traffic volume) not fully controlled yet.</a:t>
            </a:r>
          </a:p>
          <a:p>
            <a:r>
              <a:t>Rounded coord joins can misattach in dense grids; backstop with 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(Actionable)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matched controls and run a Difference-in-Differences comparison.</a:t>
            </a:r>
          </a:p>
          <a:p>
            <a:r>
              <a:t>If volumes available: Poisson/NegBin with exposure offsets.</a:t>
            </a:r>
          </a:p>
          <a:p>
            <a:r>
              <a:t>Monthly series at site level for Interrupted Time Series around install 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Collect/Confirm Before Final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Full-year totals for violations (2017, 2018, 2019, 2022).</a:t>
            </a:r>
          </a:p>
          <a:p>
            <a:r>
              <a:t>Yearly collision totals citywide (2017–2022).</a:t>
            </a:r>
          </a:p>
          <a:p>
            <a:r>
              <a:t>Baseline collisions at NEW 2021 sites (preferably 2019–2020 avg).</a:t>
            </a:r>
          </a:p>
          <a:p>
            <a:r>
              <a:t>Traffic volume (AADT) per intersection or corridor-level proxy.</a:t>
            </a:r>
          </a:p>
          <a:p>
            <a:r>
              <a:t>Map snapshot with markers for NEW 2021 sites (optional visual).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446</Words>
  <Application>Microsoft Office PowerPoint</Application>
  <PresentationFormat>On-screen Show (4:3)</PresentationFormat>
  <Paragraphs>49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Gallery</vt:lpstr>
      <vt:lpstr>Before the Flash: Collision Patterns Before and After Enforcement</vt:lpstr>
      <vt:lpstr>Research Question &amp; Objectives</vt:lpstr>
      <vt:lpstr>Data Sources</vt:lpstr>
      <vt:lpstr>Cleaning &amp; Normalization (Implemented)</vt:lpstr>
      <vt:lpstr>New Camera Sites – 2021 (Presence-based)</vt:lpstr>
      <vt:lpstr>Red-Light Violations – Confirmed Totals (subset)</vt:lpstr>
      <vt:lpstr>Limitations (Be Transparent)</vt:lpstr>
      <vt:lpstr>Next Steps (Actionable)</vt:lpstr>
      <vt:lpstr>To Collect/Confirm Before Final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Saad Ehsan</cp:lastModifiedBy>
  <cp:revision>1</cp:revision>
  <dcterms:created xsi:type="dcterms:W3CDTF">2013-01-27T09:14:16Z</dcterms:created>
  <dcterms:modified xsi:type="dcterms:W3CDTF">2025-09-02T16:12:37Z</dcterms:modified>
  <cp:category/>
</cp:coreProperties>
</file>